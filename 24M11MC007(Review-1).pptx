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4" r:id="rId3"/>
    <p:sldId id="295" r:id="rId4"/>
    <p:sldId id="296" r:id="rId5"/>
    <p:sldId id="297" r:id="rId6"/>
    <p:sldId id="300" r:id="rId7"/>
    <p:sldId id="301" r:id="rId8"/>
    <p:sldId id="29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624" autoAdjust="0"/>
  </p:normalViewPr>
  <p:slideViewPr>
    <p:cSldViewPr showGuides="1">
      <p:cViewPr varScale="1">
        <p:scale>
          <a:sx n="84" d="100"/>
          <a:sy n="84" d="100"/>
        </p:scale>
        <p:origin x="629" y="96"/>
      </p:cViewPr>
      <p:guideLst>
        <p:guide orient="horz" pos="215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06-02-2026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06-02-2026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06-02-2026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4F4F09-1D10-D774-06F8-11F44F3923EC}"/>
              </a:ext>
            </a:extLst>
          </p:cNvPr>
          <p:cNvSpPr txBox="1"/>
          <p:nvPr/>
        </p:nvSpPr>
        <p:spPr>
          <a:xfrm>
            <a:off x="3864459" y="4699590"/>
            <a:ext cx="4463081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By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Avasarala Sai Ganesh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Number: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24M11MC007</a:t>
            </a:r>
          </a:p>
          <a:p>
            <a:endParaRPr lang="en-US" sz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Dr. Bapuji Rao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Applications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C7D46-18E3-F636-73EF-B1846376024B}"/>
              </a:ext>
            </a:extLst>
          </p:cNvPr>
          <p:cNvSpPr txBox="1"/>
          <p:nvPr/>
        </p:nvSpPr>
        <p:spPr>
          <a:xfrm>
            <a:off x="659396" y="2060848"/>
            <a:ext cx="10873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VisionSpeak: IVIS (Intelligent Vision Interpretation System)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A56B8-7052-D8D6-4A93-57670528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069F3F-48AC-FB20-4944-30F72A6D61E7}"/>
              </a:ext>
            </a:extLst>
          </p:cNvPr>
          <p:cNvSpPr txBox="1"/>
          <p:nvPr/>
        </p:nvSpPr>
        <p:spPr>
          <a:xfrm>
            <a:off x="4426938" y="332656"/>
            <a:ext cx="4881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B2A98-C056-F35C-D266-7BF23C7469E4}"/>
              </a:ext>
            </a:extLst>
          </p:cNvPr>
          <p:cNvSpPr txBox="1"/>
          <p:nvPr/>
        </p:nvSpPr>
        <p:spPr>
          <a:xfrm>
            <a:off x="983432" y="1556792"/>
            <a:ext cx="10225136" cy="2812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face significant challenges in independently accessing printed text and Braille. Existing assistive tools are often costly, limited to a single format, or lack real-time accuracy, especially in noisy or unstructured environments. To address these limitations, this project proposes an AI-driven, vision-based system that recognizes both printed text and Braille from images and converts them into speech in real time, enhancing accessibility and user independence.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E794-D67C-31E4-5A4F-0CA64123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8A85A-9B67-F459-8F32-DEF170F37056}"/>
              </a:ext>
            </a:extLst>
          </p:cNvPr>
          <p:cNvSpPr txBox="1"/>
          <p:nvPr/>
        </p:nvSpPr>
        <p:spPr>
          <a:xfrm>
            <a:off x="5474501" y="332656"/>
            <a:ext cx="2786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D2BD4-9D9B-BDD5-0985-EA9AAC9FEE81}"/>
              </a:ext>
            </a:extLst>
          </p:cNvPr>
          <p:cNvSpPr txBox="1"/>
          <p:nvPr/>
        </p:nvSpPr>
        <p:spPr>
          <a:xfrm>
            <a:off x="1503075" y="2021691"/>
            <a:ext cx="1072919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design an intelligent assistive system for visually impaired individuals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capture and preprocess images containing printed text and Braille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printed text using Optical Character Recognition (OCR)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Braille characters using a CNN-based deep learning model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convert recognized text into clear and natural speech output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accessibility, independence, and inclusive learning</a:t>
            </a:r>
          </a:p>
        </p:txBody>
      </p:sp>
    </p:spTree>
    <p:extLst>
      <p:ext uri="{BB962C8B-B14F-4D97-AF65-F5344CB8AC3E}">
        <p14:creationId xmlns:p14="http://schemas.microsoft.com/office/powerpoint/2010/main" val="401947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5292-11DC-782A-0D1F-A8267F4A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0D80E-95EB-B87A-8D5E-38F7DB24E9B0}"/>
              </a:ext>
            </a:extLst>
          </p:cNvPr>
          <p:cNvSpPr txBox="1"/>
          <p:nvPr/>
        </p:nvSpPr>
        <p:spPr>
          <a:xfrm>
            <a:off x="5076156" y="332656"/>
            <a:ext cx="3583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63711-2258-E16A-20CC-1A78865E6895}"/>
              </a:ext>
            </a:extLst>
          </p:cNvPr>
          <p:cNvSpPr txBox="1"/>
          <p:nvPr/>
        </p:nvSpPr>
        <p:spPr>
          <a:xfrm>
            <a:off x="6600056" y="1988840"/>
            <a:ext cx="3746538" cy="2345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(OpenCV)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using TensorFlow / Keras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pyttsx3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1CC35-9144-12C4-4784-7E8875ECA6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9" y="1555012"/>
            <a:ext cx="5835317" cy="389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1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D672-A746-0C5E-7E71-8E9C434B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47093-5B6B-5D51-C38D-005319681E4B}"/>
              </a:ext>
            </a:extLst>
          </p:cNvPr>
          <p:cNvSpPr txBox="1"/>
          <p:nvPr/>
        </p:nvSpPr>
        <p:spPr>
          <a:xfrm>
            <a:off x="4200538" y="332656"/>
            <a:ext cx="59250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0A4C2-EEB3-47C4-FB58-76E875DDC3F8}"/>
              </a:ext>
            </a:extLst>
          </p:cNvPr>
          <p:cNvSpPr txBox="1"/>
          <p:nvPr/>
        </p:nvSpPr>
        <p:spPr>
          <a:xfrm>
            <a:off x="911424" y="1239416"/>
            <a:ext cx="9214134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</a:p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(Image Processing)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 (CNN Model)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(Text Recognition)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pyttsx3 (Text-to-Speech)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NumPy, scikit-learn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Braille character image dataset (A–Z),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Images resized to 64×64 for CNN training, Separate dataset of printed text images for OCR testing.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4AFF2-0F02-ACFC-9771-0B703E149C81}"/>
              </a:ext>
            </a:extLst>
          </p:cNvPr>
          <p:cNvSpPr txBox="1"/>
          <p:nvPr/>
        </p:nvSpPr>
        <p:spPr>
          <a:xfrm>
            <a:off x="5951984" y="1556792"/>
            <a:ext cx="4032448" cy="2045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with minimum 8GB 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(Intel i5 or equivalent)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GPU (optional, for faster training)</a:t>
            </a: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§"/>
            </a:pPr>
            <a:endParaRPr lang="en-IN" sz="2000" dirty="0">
              <a:solidFill>
                <a:srgbClr val="C00000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2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21DE-FD39-C288-6813-096F277C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EDA9F5-4020-AD3C-25B3-18E773F0FE98}"/>
              </a:ext>
            </a:extLst>
          </p:cNvPr>
          <p:cNvSpPr txBox="1"/>
          <p:nvPr/>
        </p:nvSpPr>
        <p:spPr>
          <a:xfrm>
            <a:off x="4357213" y="332656"/>
            <a:ext cx="5020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 OUTCOMES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B1D32-3235-7681-C13F-BA48DC673DB9}"/>
              </a:ext>
            </a:extLst>
          </p:cNvPr>
          <p:cNvSpPr txBox="1"/>
          <p:nvPr/>
        </p:nvSpPr>
        <p:spPr>
          <a:xfrm>
            <a:off x="3647728" y="2060848"/>
            <a:ext cx="6755632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recognition of printed text and Braille characters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conversion of visual information into audio output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usability for visually impaired users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access to educational and daily-life information</a:t>
            </a:r>
          </a:p>
          <a:p>
            <a:pPr lvl="0">
              <a:lnSpc>
                <a:spcPct val="150000"/>
              </a:lnSpc>
            </a:pPr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6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EEBF6-3490-2956-D58E-DB3092FD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C06B4-E7DF-2D05-2AAB-BE25EEC3769D}"/>
              </a:ext>
            </a:extLst>
          </p:cNvPr>
          <p:cNvSpPr txBox="1"/>
          <p:nvPr/>
        </p:nvSpPr>
        <p:spPr>
          <a:xfrm>
            <a:off x="5383938" y="332656"/>
            <a:ext cx="2967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526DC-915B-19BC-1B4D-91EC914BF882}"/>
              </a:ext>
            </a:extLst>
          </p:cNvPr>
          <p:cNvSpPr txBox="1"/>
          <p:nvPr/>
        </p:nvSpPr>
        <p:spPr>
          <a:xfrm>
            <a:off x="1019436" y="2157818"/>
            <a:ext cx="10153128" cy="2812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VisionSpeak, an intelligent assistive system that effectively converts printed text and Braille into speech using computer vision and deep learning techniques. By integrating OCR, CNN-based Braille recognition, and text-to-speech synthesis, the system overcomes limitations of traditional assistive tools. The proposed solution demonstrates improved accuracy, usability, and real-time performance, making it suitable for practical deployment as an assistive technology for visually impaired individuals.</a:t>
            </a:r>
            <a:endParaRPr lang="en-IN" sz="19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042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C7AE-98CF-1255-2032-09103065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7EB315-DA27-C088-88B7-53495D762527}"/>
              </a:ext>
            </a:extLst>
          </p:cNvPr>
          <p:cNvSpPr txBox="1"/>
          <p:nvPr/>
        </p:nvSpPr>
        <p:spPr>
          <a:xfrm>
            <a:off x="1523651" y="257047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spcBef>
                <a:spcPct val="0"/>
              </a:spcBef>
              <a:defRPr/>
            </a:pPr>
            <a:r>
              <a:rPr lang="en-US" sz="7200" b="1" spc="-50" dirty="0">
                <a:solidFill>
                  <a:srgbClr val="002060"/>
                </a:solidFill>
                <a:latin typeface="Lucida Bright" panose="020406020505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685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457200" indent="-457200">
          <a:lnSpc>
            <a:spcPct val="150000"/>
          </a:lnSpc>
          <a:buFont typeface="Wingdings" panose="05000000000000000000" charset="0"/>
          <a:buChar char="§"/>
          <a:defRPr lang="en-US" sz="2800">
            <a:solidFill>
              <a:srgbClr val="C00000"/>
            </a:solidFill>
            <a:latin typeface="Arial Black" panose="020B0A04020102020204" pitchFamily="34" charset="0"/>
            <a:cs typeface="Arial Black" panose="020B0A040201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9692</TotalTime>
  <Words>386</Words>
  <Application>Microsoft Office PowerPoint</Application>
  <PresentationFormat>Widescreen</PresentationFormat>
  <Paragraphs>47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Lucida Bright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Ganesh Avasarala</cp:lastModifiedBy>
  <cp:revision>833</cp:revision>
  <cp:lastPrinted>2023-06-09T04:58:00Z</cp:lastPrinted>
  <dcterms:created xsi:type="dcterms:W3CDTF">2019-12-14T03:50:00Z</dcterms:created>
  <dcterms:modified xsi:type="dcterms:W3CDTF">2026-02-06T04:08:22Z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E946D631C81546B1AAF88EB766F28115_12</vt:lpwstr>
  </property>
  <property fmtid="{D5CDD505-2E9C-101B-9397-08002B2CF9AE}" pid="3" name="KSOProductBuildVer">
    <vt:lpwstr>1033-12.2.0.21931</vt:lpwstr>
  </property>
</Properties>
</file>